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SQL CAB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500">
                <a:solidFill>
                  <a:srgbClr val="F5F9FC"/>
                </a:solidFill>
              </a:defRPr>
            </a:pPr>
            <a:r>
              <a:t>Database Management &amp; Booking Analytics</a:t>
            </a:r>
          </a:p>
          <a:p>
            <a:pPr>
              <a:spcAft>
                <a:spcPts val="1800"/>
              </a:spcAft>
              <a:defRPr sz="2500">
                <a:solidFill>
                  <a:srgbClr val="F5F9FC"/>
                </a:solidFill>
              </a:defRPr>
            </a:pPr>
            <a:r>
              <a:t>SQL Portfolio Project | Chetana Wagh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A relational SQL project for storing and analyzing cab booking operations.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Core entities: customers, drivers, cabs, bookings and feedback.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Analysis focuses on completed bookings, cancellation rates and booking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Maintain structured customer, driver and vehicle records.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Record trip timestamps, status, fares, distances and locations.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Analyze customer booking frequency and cancellations.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Explore day-of-week booking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Customers: customer identity and name.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Drivers: driver identity, name and rating.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Cabs: cab identity and vehicle type.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Bookings: customer, driver, cab, trip details and status.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Feedback: booking-linked rating and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RELATIONAL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Customers (1)  →  (many) Bookings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Drivers (1)  →  (many) Bookings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Cabs (1)  →  (many) Bookings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Bookings (1)  →  (many) Feedback (as defined by foreign key)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Primary keys uniquely identify records; foreign keys preserve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SQL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DDL: CREATE DATABASE, CREATE TABLE.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DML: INSERT INTO and SELECT.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Aggregations: COUNT, SUM, GROUP BY and HAVING.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Conditional analysis: CASE WHEN.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Time functions: DAYNAME and DAYOFWEEK.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Sorting and filtering: ORDER BY, 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COMPLETED BOOKINGS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Count completed bookings per customer using WHERE status = Completed and GROUP BY customer_id.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Sort counts descending to identify the most frequent completed-booking customers.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Note: sample screenshot shows three completed bookings, one per listed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CANCELLATION RATE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Cancellation rate = cancelled bookings / total bookings × 100.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Use SUM(CASE WHEN status = Cancelled THEN 1 ELSE 0 END).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Filter customers with cancellation rate &gt; 30% using HAVING.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The small sample shown has no cancelled bookings; this query is designed for larger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DAY-OF-WEEK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DAYNAME(booking_time) groups booking demand by weekday name.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DAYOFWEEK(booking_time) provides numeric weekday categories.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Sort booking counts descending to identify peak booking days.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Interpret results only after executing against the full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QUALITY CHECKS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Ensure CREATE DATABASE and USE reference the same database name.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The GitHub file shown is SQL PROJECT.sql; keep README filename consistent.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Screenshots show different schema versions; validate the uploaded script as the source of truth.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No performance claims or unverified totals are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0584" cy="594360"/>
          </a:xfrm>
          <a:prstGeom prst="rect">
            <a:avLst/>
          </a:prstGeom>
          <a:solidFill>
            <a:srgbClr val="00B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9FC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Demonstrates relational modeling and SQL business analysis.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Extend with revenue trends, driver performance and more varied booking statuses.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Add query-result screenshots and an ER diagram to the repository.</a:t>
            </a:r>
          </a:p>
          <a:p>
            <a:pPr>
              <a:spcAft>
                <a:spcPts val="1800"/>
              </a:spcAft>
              <a:defRPr sz="2100">
                <a:solidFill>
                  <a:srgbClr val="F5F9FC"/>
                </a:solidFill>
              </a:defRPr>
            </a:pPr>
            <a:r>
              <a:t>Portfolio: SQL-Cab-Booking-System | Author: Chetana Wagh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556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1A7"/>
                </a:solidFill>
              </a:defRPr>
            </a:pPr>
            <a:r>
              <a:t>SQL CAB BOOKING SYSTEM  •  CHETANA WAGH                                          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